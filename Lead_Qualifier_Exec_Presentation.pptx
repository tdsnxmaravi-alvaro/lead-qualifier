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AI-Powered Lead Qualification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Copilot Studio Multi-Agent System for TD SYNNEX Datech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8D4"/>
                </a:solidFill>
              </a:defRPr>
            </a:pPr>
            <a:r>
              <a:t>Pilot Results &amp; Scale Roadmap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Orchestrator  →  Newforma Agent  |  Bricsys Agent  |  + extensible to Unity, DraftSight, Novade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CHALLENGE:</a:t>
            </a:r>
            <a:r>
              <a:rPr sz="1300">
                <a:solidFill>
                  <a:srgbClr val="FFFFFF"/>
                </a:solidFill>
              </a:rPr>
              <a:t>  No systematic way to qualify 2,000+ resellers for vendor-specific fit. Manual research = weeks per batch, anecdotal, unscalable.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GOAL:</a:t>
            </a:r>
            <a:r>
              <a:rPr sz="1300">
                <a:solidFill>
                  <a:srgbClr val="FFFFFF"/>
                </a:solidFill>
              </a:rPr>
              <a:t>  Evidence-backed, AI-driven reseller scoring — BDM-ready intelligence per account with product recommendations and talking points.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WHAT WE DID:</a:t>
            </a:r>
            <a:r>
              <a:rPr sz="1300">
                <a:solidFill>
                  <a:srgbClr val="FFFFFF"/>
                </a:solidFill>
              </a:rPr>
              <a:t>  Built a multi-agent system in Copilot Studio: one orchestrator routes to specialized agents (Newforma, Bricsys). Each agent researches, scores, and ranks resellers using vendor-specific criteria via web search + structured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OUTCOME:</a:t>
            </a:r>
            <a:r>
              <a:rPr sz="1300">
                <a:solidFill>
                  <a:srgbClr val="FFFFFF"/>
                </a:solidFill>
              </a:rPr>
              <a:t>  Pilot validated — BDM confirmed AI-generated intel matched real customer data. Quote: "Had feedback from lead tool, one was for a reseller’s current customer. He confirmed all info was correct."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KEY TAKEAWAY:</a:t>
            </a:r>
            <a:r>
              <a:rPr sz="1300">
                <a:solidFill>
                  <a:srgbClr val="FFFFFF"/>
                </a:solidFill>
              </a:rPr>
              <a:t>  The system works. Accurate, scalable, and ready to extend to all 5 Datech vendors (Newforma, Bricsys, Unity, DraftSight, Novade).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ROI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AI Pipeline:</a:t>
            </a:r>
            <a:r>
              <a:rPr sz="1300">
                <a:solidFill>
                  <a:srgbClr val="FFFFFF"/>
                </a:solidFill>
              </a:rPr>
              <a:t>  50 resellers qualified in ~2.5 hrs / ~$50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Manual Equivalent:</a:t>
            </a:r>
            <a:r>
              <a:rPr sz="1300">
                <a:solidFill>
                  <a:srgbClr val="FFFFFF"/>
                </a:solidFill>
              </a:rPr>
              <a:t>  25–50 hrs / $1,875–$3,750 per batch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Scale:</a:t>
            </a:r>
            <a:r>
              <a:rPr sz="1300">
                <a:solidFill>
                  <a:srgbClr val="FFFFFF"/>
                </a:solidFill>
              </a:rPr>
              <a:t>  Same marginal cost for 2,000+ resellers vs. 6+ months BDM calendar manually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EC9B0"/>
                </a:solidFill>
              </a:rPr>
              <a:t>Output:</a:t>
            </a:r>
            <a:r>
              <a:rPr sz="1300">
                <a:solidFill>
                  <a:srgbClr val="FFFFFF"/>
                </a:solidFill>
              </a:rPr>
              <a:t>  Scored profiles + product recs + talking points + cited sources (vs. unstructured CRM notes)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22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</a:defRPr>
            </a:pPr>
            <a:r>
              <a:t>Measurement (To-Be)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CCCCCC"/>
                </a:solidFill>
              </a:rPr>
              <a:t>• # resellers recruited with active pipeline within 90 days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CCCCC"/>
                </a:solidFill>
              </a:rPr>
              <a:t>• Time from qualification → first BDM engagement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CCCCC"/>
                </a:solidFill>
              </a:rPr>
              <a:t>• Revenue attributed to AI-identified accounts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CCCCC"/>
                </a:solidFill>
              </a:rPr>
              <a:t>• Vendor MDF secured for targeted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1. Scale Newforma &amp; Bricsys agents to full 2,000+ reseller base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2. Deploy new agents for Unity, DraftSight, Novade (same architecture, new prompts)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3. Integrate output into CRM workflow for automated BDM 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